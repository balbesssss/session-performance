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E4B0F-FF4A-4B6D-AE3B-A980E76A193E}" type="datetimeFigureOut">
              <a:rPr lang="ru-RU" smtClean="0"/>
              <a:t>чт 13.11.2025.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D44CF-46FF-45D1-8139-DA30193B7F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4159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E4B0F-FF4A-4B6D-AE3B-A980E76A193E}" type="datetimeFigureOut">
              <a:rPr lang="ru-RU" smtClean="0"/>
              <a:t>чт 13.11.2025.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D44CF-46FF-45D1-8139-DA30193B7F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4588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E4B0F-FF4A-4B6D-AE3B-A980E76A193E}" type="datetimeFigureOut">
              <a:rPr lang="ru-RU" smtClean="0"/>
              <a:t>чт 13.11.2025.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D44CF-46FF-45D1-8139-DA30193B7F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1701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E4B0F-FF4A-4B6D-AE3B-A980E76A193E}" type="datetimeFigureOut">
              <a:rPr lang="ru-RU" smtClean="0"/>
              <a:t>чт 13.11.2025.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D44CF-46FF-45D1-8139-DA30193B7F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1389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E4B0F-FF4A-4B6D-AE3B-A980E76A193E}" type="datetimeFigureOut">
              <a:rPr lang="ru-RU" smtClean="0"/>
              <a:t>чт 13.11.2025.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D44CF-46FF-45D1-8139-DA30193B7F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6773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E4B0F-FF4A-4B6D-AE3B-A980E76A193E}" type="datetimeFigureOut">
              <a:rPr lang="ru-RU" smtClean="0"/>
              <a:t>чт 13.11.2025.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D44CF-46FF-45D1-8139-DA30193B7F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2208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E4B0F-FF4A-4B6D-AE3B-A980E76A193E}" type="datetimeFigureOut">
              <a:rPr lang="ru-RU" smtClean="0"/>
              <a:t>чт 13.11.2025.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D44CF-46FF-45D1-8139-DA30193B7F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8428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E4B0F-FF4A-4B6D-AE3B-A980E76A193E}" type="datetimeFigureOut">
              <a:rPr lang="ru-RU" smtClean="0"/>
              <a:t>чт 13.11.2025.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D44CF-46FF-45D1-8139-DA30193B7F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7907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E4B0F-FF4A-4B6D-AE3B-A980E76A193E}" type="datetimeFigureOut">
              <a:rPr lang="ru-RU" smtClean="0"/>
              <a:t>чт 13.11.2025.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D44CF-46FF-45D1-8139-DA30193B7F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8408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E4B0F-FF4A-4B6D-AE3B-A980E76A193E}" type="datetimeFigureOut">
              <a:rPr lang="ru-RU" smtClean="0"/>
              <a:t>чт 13.11.2025.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D44CF-46FF-45D1-8139-DA30193B7F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2529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E4B0F-FF4A-4B6D-AE3B-A980E76A193E}" type="datetimeFigureOut">
              <a:rPr lang="ru-RU" smtClean="0"/>
              <a:t>чт 13.11.2025.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D44CF-46FF-45D1-8139-DA30193B7F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701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FE4B0F-FF4A-4B6D-AE3B-A980E76A193E}" type="datetimeFigureOut">
              <a:rPr lang="ru-RU" smtClean="0"/>
              <a:t>чт 13.11.2025.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8D44CF-46FF-45D1-8139-DA30193B7F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2949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Проектирование базы данных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776" y="1437684"/>
            <a:ext cx="2790825" cy="70485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776" y="2273358"/>
            <a:ext cx="6920606" cy="2870911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7394" y="2281643"/>
            <a:ext cx="4676775" cy="186690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6527" y="4225148"/>
            <a:ext cx="4705350" cy="5143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133898" y="1605443"/>
            <a:ext cx="2128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- Базовая модель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30158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Проектирование базы данных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903" y="2362200"/>
            <a:ext cx="4705350" cy="98107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903" y="3419475"/>
            <a:ext cx="4648200" cy="122872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4"/>
          <a:srcRect b="15541"/>
          <a:stretch/>
        </p:blipFill>
        <p:spPr>
          <a:xfrm>
            <a:off x="238903" y="1690688"/>
            <a:ext cx="4491925" cy="595312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0125" y="1690688"/>
            <a:ext cx="3609975" cy="49530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8903" y="4724400"/>
            <a:ext cx="9020175" cy="160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10002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9</Words>
  <Application>Microsoft Office PowerPoint</Application>
  <PresentationFormat>Широкоэкранный</PresentationFormat>
  <Paragraphs>3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Тема Office</vt:lpstr>
      <vt:lpstr>Проектирование базы данных</vt:lpstr>
      <vt:lpstr>Проектирование базы данных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Проектирование базы данных</dc:title>
  <dc:creator>Кира Йошикаге</dc:creator>
  <cp:lastModifiedBy>Кира Йошикаге</cp:lastModifiedBy>
  <cp:revision>3</cp:revision>
  <dcterms:created xsi:type="dcterms:W3CDTF">2025-11-13T07:30:41Z</dcterms:created>
  <dcterms:modified xsi:type="dcterms:W3CDTF">2025-11-13T08:39:45Z</dcterms:modified>
</cp:coreProperties>
</file>